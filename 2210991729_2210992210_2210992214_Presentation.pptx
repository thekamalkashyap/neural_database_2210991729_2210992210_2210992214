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56" r:id="rId5"/>
    <p:sldId id="257" r:id="rId6"/>
    <p:sldId id="269" r:id="rId7"/>
    <p:sldId id="270" r:id="rId8"/>
    <p:sldId id="268" r:id="rId9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Neural Databases Using Large Language Models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Kamal , Sahil , Sahil Singh </a:t>
            </a:r>
            <a:r>
              <a:rPr lang="en-US" sz="20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Ranout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2210991729 , 2210992210 , 2210992214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&lt;Name of the Mentor/Team Lead/Manager&gt;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28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 of traditional databases and need for change </a:t>
            </a:r>
            <a:endParaRPr lang="en-US" sz="2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52640" y="837720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databases are efficient at storing data but require users to write structured SQL queries to retrieve information. This creates a significant barrier for non-technical users who may understand the data conceptually but lack the ability to interact with it programmatically. As a result, organizations face a dependency on analysts or developers even for simple queries, leading to underutilization of available data.</a:t>
            </a:r>
          </a:p>
          <a:p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Existing Approaches: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 search → lacks semantic understanding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databases / RAG → handle unstructured data but ignore structured querying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neural databases → require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 retraining when data updates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US" sz="19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Databases are designed to understand queries, not human language, creating a gap between users and data access </a:t>
            </a: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5E6BC-CC72-77B6-D65B-995EB0741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A82EE45C-81B7-4A3B-15B6-84660C76ED5A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28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: Hybrid neural database using LLMs</a:t>
            </a:r>
            <a:endParaRPr lang="en-US" sz="2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B0BD5480-8B44-4481-A9C7-9907ABDAE36E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12650E9E-4473-32B5-17F1-8FB8090517B7}"/>
              </a:ext>
            </a:extLst>
          </p:cNvPr>
          <p:cNvSpPr txBox="1"/>
          <p:nvPr/>
        </p:nvSpPr>
        <p:spPr>
          <a:xfrm>
            <a:off x="152640" y="630456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combines two core components to enable natural language querying: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Neural Engine (Unstructured Data)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knowledge as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Subject–Predicate–Object (SPO) triplets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schema-independent storage and fast retrieval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Directly answers queries if relevant knowledge exists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Text-to-SQL (T2SQL) Generator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natural language queries into SQL statements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few-shot learning and chain-of-thought prompting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across different database schemas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Processing Flow: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submits a natural language query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Engine attempts retrieval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not found → T2SQL generates SQL query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executed on database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returned in natural language </a:t>
            </a: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47330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9D1BE-02E4-6B66-192E-79639F52B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B770B22D-3C05-9F3A-6B1D-4854393C4EB3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28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and impact </a:t>
            </a:r>
            <a:endParaRPr lang="en-US" sz="2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7CEA10C8-D76A-64D9-C0F4-E2A67FDC0431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DC82AE65-4F4E-DDB4-19C5-D1E947BCF1D3}"/>
              </a:ext>
            </a:extLst>
          </p:cNvPr>
          <p:cNvSpPr txBox="1"/>
          <p:nvPr/>
        </p:nvSpPr>
        <p:spPr>
          <a:xfrm>
            <a:off x="152640" y="837720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Results: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100% accuracy on simple retrieval tasks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92.25% accuracy on complex multi-entity queries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Advantages: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precision compared to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NeuralDB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RAG systems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dynamic data without retraining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both structured and unstructured data in one system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Contributions: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natural language interaction with databases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dependency on SQL knowledge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accessibility for non-technical users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analytics and decision-making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and knowledge retrieval systems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SaaS platforms handling diverse data sources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66511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34732</TotalTime>
  <Words>404</Words>
  <Application>Microsoft Office PowerPoint</Application>
  <PresentationFormat>On-screen Show (4:3)</PresentationFormat>
  <Paragraphs>83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anshita malik</cp:lastModifiedBy>
  <cp:revision>2301</cp:revision>
  <dcterms:created xsi:type="dcterms:W3CDTF">2010-04-09T07:36:15Z</dcterms:created>
  <dcterms:modified xsi:type="dcterms:W3CDTF">2026-04-28T19:42:29Z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